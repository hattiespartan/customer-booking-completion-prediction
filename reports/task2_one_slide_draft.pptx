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25252B"/>
                </a:solidFill>
              </a:rPr>
              <a:t>Where a customer books from predicts completion far better than anything else, but the model is a ranking tool, not a decision-maker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6D3FC0"/>
                </a:solidFill>
              </a:rPr>
              <a:t>What I found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5252B"/>
                </a:solidFill>
              </a:rPr>
              <a:t>Only 15.0% of 50,000 enquiries completed a booking, so always predicting "no booking" is 85.0% accurate. Accuracy is the wrong yardstick here.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5252B"/>
                </a:solidFill>
              </a:rPr>
              <a:t>A random forest ranks bookings usefully: ROC AUC 0.766 (spread across 5 folds: 0.004), against 0.5 for chance.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5252B"/>
                </a:solidFill>
              </a:rPr>
              <a:t>Booking country dominates. Shuffling it costs 0.190 AUC; no other variable costs more than 0.023, and without it AUC falls from 0.766 to 0.679. Completion is 5.0% for bookings from Australia (17,872 rows) and 34.4% from Malaysia (7,174).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5252B"/>
                </a:solidFill>
              </a:rPr>
              <a:t>Day of week, flight hour, meals and weekend flights add almost nothing.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760720" cy="39940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7492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6D3FC0"/>
                </a:solidFill>
              </a:rPr>
              <a:t>What it can and cannot do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5252B"/>
                </a:solidFill>
              </a:rPr>
              <a:t>At a 0.5 cut-off it flags 24.5% of enquiries and catches 54.9% of real bookings, but only 33.5% of flagged enquiries complete. Use it to prioritise follow-up, not to decide individual cases.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548640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2626B"/>
                </a:solidFill>
              </a:rPr>
              <a:t>Next steps: add route and customer history, test on a later time period, and check whether the origin effect reflects markets, pricing or how the data was collected before acting on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2626B"/>
                </a:solidFill>
              </a:rPr>
              <a:t>Forage job simulation (not client work). 5-fold stratified cross-validation, importance measured on held-out folds. Code: github.com/HattieSpartan/BA-booking-prediction (to be created)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